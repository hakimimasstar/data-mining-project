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002060"/>
                </a:solidFill>
                <a:latin typeface="Arial"/>
              </a:defRPr>
            </a:pPr>
            <a:r>
              <a:t>Global Fruit Supply Chain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2060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Global supply chains suffer from significant wastage due to fruit spoilage.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Manual quality inspection is slow, subjective, and difficult to scale.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Lack of data-driven insights prevents proactive regional risk mitigation.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0"/>
            <a:ext cx="8229600" cy="4572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2060"/>
                </a:solidFill>
                <a:latin typeface="Arial"/>
              </a:defRPr>
            </a:pPr>
            <a:r>
              <a:t>The Solution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Stage 1: Geographic &amp; Temporal Simulation (Digital Twin)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Stage 2: Deep Learning Quality Inspector (CNN)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Stage 3: Automated Audit Extraction (Large-scale Data Mining)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Stage 4: Business Intelligence &amp; Risk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0"/>
            <a:ext cx="8229600" cy="4572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2060"/>
                </a:solidFill>
                <a:latin typeface="Arial"/>
              </a:defRPr>
            </a:pPr>
            <a:r>
              <a:t>Data Architecture: CRISP-DM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Business Understanding: Aligning ML goals with logistics KPIs.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Data Preparation: Image normalization and temporal distribution.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Model-Centric Design: Star Schema for rapid BI querying.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0"/>
            <a:ext cx="8229600" cy="4572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2060"/>
                </a:solidFill>
                <a:latin typeface="Arial"/>
              </a:defRPr>
            </a:pPr>
            <a:r>
              <a:t>AI Quality Inspector (CNN)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Architecture: Convolutional Neural Network (3 Blocks + Dense Layer).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Performance: ~96% classification accuracy on Fresh vs. Rotten classes.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Deployment: Scalable inference for real-time shipment auditing.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0"/>
            <a:ext cx="8229600" cy="4572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2060"/>
                </a:solidFill>
                <a:latin typeface="Arial"/>
              </a:defRPr>
            </a:pPr>
            <a:r>
              <a:t>Global Performance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India: 60.7% average spoilage - Highest risk region identified.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Brazil: 56.3% spoilage - Critical seasonality during Q4.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USA: 49.2% spoilage - Best performing logistics corridor Corridors.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0"/>
            <a:ext cx="8229600" cy="4572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2060"/>
                </a:solidFill>
                <a:latin typeface="Arial"/>
              </a:defRPr>
            </a:pPr>
            <a:r>
              <a:t>Seasonality &amp; Anomalies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India Logistics Strike (May): Spoilage spiked to 91%.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Northern Hemisphere Summer: High heat correlation with USA spoilage in July.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Southern Hemisphere Summer: Increased risk for Brazil in November.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0"/>
            <a:ext cx="8229600" cy="4572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2060"/>
                </a:solidFill>
                <a:latin typeface="Arial"/>
              </a:defRPr>
            </a:pPr>
            <a:r>
              <a:t>Business &amp; Economic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Efficiency: 95% reduction in manual auditing time.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Waste Mitigation: Early detection allows for cargo redirection.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Scalability: Architecture supports additional fruit varieties.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0"/>
            <a:ext cx="8229600" cy="4572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2060"/>
                </a:solidFill>
                <a:latin typeface="Arial"/>
              </a:defRPr>
            </a:pPr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Direct investment in cold-chain infrastructure for the Indian corridor.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Shift procurement strategy to USA during Brazilian peak-heat windows.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Integrate AI Inspector into existing ERP systems for real-time visibility.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0"/>
            <a:ext cx="8229600" cy="4572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2060"/>
                </a:solidFill>
                <a:latin typeface="Arial"/>
              </a:defRPr>
            </a:pPr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The pilot project proves that CV-driven auditing is commercially viable.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Immediate rollout suggested for high-volume regional hubs.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Future Scope: Predictive analytics for harvest-to-port spoilage forecasting.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0"/>
            <a:ext cx="8229600" cy="4572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